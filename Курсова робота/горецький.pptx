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560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274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Розробка системи управління документами з використанням паттерну Прототип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5802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Автор: Горецький Максим Ігорович, група KN1-B22, спеціальність 122 «Комп'ютерні науки». </a:t>
            </a:r>
            <a:endParaRPr lang="uk-UA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Керівник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Слободянюк Олександр Васильович. </a:t>
            </a:r>
            <a:endParaRPr lang="uk-UA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Рік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2025.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FEA0F6-EDE7-4511-8359-CD2CEF662BDA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7357" y="765691"/>
            <a:ext cx="5410200" cy="67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Актуальність теми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7357" y="1766530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1313" y="1990487"/>
            <a:ext cx="3150632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Повторювана структура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81313" y="2458403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Електронні документи часто мають схожий формат і дані.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7357" y="3244929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1313" y="3468886"/>
            <a:ext cx="3535799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Неефективність створення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81313" y="3936802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Створювати кожен документ з нуля довго і затратно.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7357" y="4723328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1313" y="4947285"/>
            <a:ext cx="2707838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Потреба в шаблонах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1313" y="5415201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повинна підтримувати повторне використання шаблонів.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7357" y="6201728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1313" y="6425684"/>
            <a:ext cx="270510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Патерн Прототип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81313" y="6893600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Дозволяє швидко копіювати і створювати нові документи.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684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Мета і завдання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173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8860" y="475988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79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Створення системи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28566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Розробити платформу з керуванням шаблонами документів.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57003" y="471737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2074" y="475988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94119" y="4795242"/>
            <a:ext cx="2835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Реалізація структури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94119" y="5285661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Побудувати модель даних та їх взаємодію.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4650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8860" y="65075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542961"/>
            <a:ext cx="36084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Впровадження Прототипу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703337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Застосувати патерн для копіювання документів.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57003" y="646509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42074" y="650759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94119" y="6542961"/>
            <a:ext cx="32630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Інтерфейс і збереження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94119" y="7033379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Створити WPF UI і підтримку JSON/XML.</a:t>
            </a:r>
            <a:endParaRPr lang="en-US" sz="17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523FEBE-845F-45DF-A7D5-A0E237D81F9E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5911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Патерн «Прототип»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79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Ідея патерну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39905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Об’єкти створюються шляхом копіювання вже існуючого.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217" y="3642836"/>
            <a:ext cx="3271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Використання в системі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0217" y="422398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Документ-шаблон є прототипом для нових копій.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0217" y="51765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Переваги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0217" y="5757743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Зменшує ручну роботу і потенційні помилки.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002A837-0F36-4BEA-9683-6D8DB23DFFCA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44D4D7F-4CEE-4CC7-8837-1FD57EEB19CC}"/>
              </a:ext>
            </a:extLst>
          </p:cNvPr>
          <p:cNvSpPr/>
          <p:nvPr/>
        </p:nvSpPr>
        <p:spPr>
          <a:xfrm>
            <a:off x="8959851" y="1431167"/>
            <a:ext cx="2365884" cy="6631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Document</a:t>
            </a:r>
            <a:endParaRPr lang="uk-UA" sz="28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AD3B0A6-300D-4434-80C3-EB278D2216B7}"/>
              </a:ext>
            </a:extLst>
          </p:cNvPr>
          <p:cNvSpPr/>
          <p:nvPr/>
        </p:nvSpPr>
        <p:spPr>
          <a:xfrm>
            <a:off x="6101778" y="5426147"/>
            <a:ext cx="2365884" cy="6631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Report</a:t>
            </a:r>
            <a:endParaRPr lang="uk-UA" sz="28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1DF65DA-3309-477D-B1C3-5984652F2EE9}"/>
              </a:ext>
            </a:extLst>
          </p:cNvPr>
          <p:cNvSpPr/>
          <p:nvPr/>
        </p:nvSpPr>
        <p:spPr>
          <a:xfrm>
            <a:off x="8953500" y="5421145"/>
            <a:ext cx="2365884" cy="6631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Letter</a:t>
            </a:r>
            <a:endParaRPr lang="uk-UA" sz="28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BF5B883-B2E1-4391-B66A-E7F5EBD9A84F}"/>
              </a:ext>
            </a:extLst>
          </p:cNvPr>
          <p:cNvSpPr/>
          <p:nvPr/>
        </p:nvSpPr>
        <p:spPr>
          <a:xfrm>
            <a:off x="11805222" y="5421146"/>
            <a:ext cx="2365884" cy="6631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Presentation</a:t>
            </a:r>
            <a:endParaRPr lang="uk-UA" sz="28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378AF5B-956E-4FCD-B86F-4F3B2E092D29}"/>
              </a:ext>
            </a:extLst>
          </p:cNvPr>
          <p:cNvSpPr/>
          <p:nvPr/>
        </p:nvSpPr>
        <p:spPr>
          <a:xfrm>
            <a:off x="8959851" y="2080644"/>
            <a:ext cx="2365884" cy="35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+content: String</a:t>
            </a:r>
            <a:endParaRPr lang="uk-UA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444FBB5-B07B-43AF-A163-D2DE9C1D7C74}"/>
              </a:ext>
            </a:extLst>
          </p:cNvPr>
          <p:cNvSpPr/>
          <p:nvPr/>
        </p:nvSpPr>
        <p:spPr>
          <a:xfrm>
            <a:off x="8959851" y="2430435"/>
            <a:ext cx="2365884" cy="35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43452A2-DF2E-4562-9400-92B89D0D360D}"/>
              </a:ext>
            </a:extLst>
          </p:cNvPr>
          <p:cNvSpPr/>
          <p:nvPr/>
        </p:nvSpPr>
        <p:spPr>
          <a:xfrm>
            <a:off x="6101778" y="6084336"/>
            <a:ext cx="2365884" cy="35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C493E15-2940-4C9A-8B74-6CD6438DB576}"/>
              </a:ext>
            </a:extLst>
          </p:cNvPr>
          <p:cNvSpPr/>
          <p:nvPr/>
        </p:nvSpPr>
        <p:spPr>
          <a:xfrm>
            <a:off x="8953500" y="6075552"/>
            <a:ext cx="2365884" cy="35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3196DC1-2B24-4A3B-B0F4-BE23C02D7F48}"/>
              </a:ext>
            </a:extLst>
          </p:cNvPr>
          <p:cNvSpPr/>
          <p:nvPr/>
        </p:nvSpPr>
        <p:spPr>
          <a:xfrm>
            <a:off x="11805222" y="6041793"/>
            <a:ext cx="2365884" cy="354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75F878A9-1875-4805-AD7C-D71608D44B93}"/>
              </a:ext>
            </a:extLst>
          </p:cNvPr>
          <p:cNvCxnSpPr>
            <a:stCxn id="16" idx="0"/>
            <a:endCxn id="20" idx="2"/>
          </p:cNvCxnSpPr>
          <p:nvPr/>
        </p:nvCxnSpPr>
        <p:spPr>
          <a:xfrm rot="5400000" flipH="1" flipV="1">
            <a:off x="8821427" y="4099780"/>
            <a:ext cx="2636380" cy="6351"/>
          </a:xfrm>
          <a:prstGeom prst="bentConnector3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E4B48FE7-D607-4DBD-8F20-350269813922}"/>
              </a:ext>
            </a:extLst>
          </p:cNvPr>
          <p:cNvCxnSpPr>
            <a:stCxn id="15" idx="0"/>
          </p:cNvCxnSpPr>
          <p:nvPr/>
        </p:nvCxnSpPr>
        <p:spPr>
          <a:xfrm flipV="1">
            <a:off x="7284720" y="4618189"/>
            <a:ext cx="0" cy="807958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3B2C73A-6B40-4A3D-9C70-D763E8489699}"/>
              </a:ext>
            </a:extLst>
          </p:cNvPr>
          <p:cNvCxnSpPr>
            <a:stCxn id="17" idx="0"/>
          </p:cNvCxnSpPr>
          <p:nvPr/>
        </p:nvCxnSpPr>
        <p:spPr>
          <a:xfrm flipV="1">
            <a:off x="12988164" y="4618189"/>
            <a:ext cx="0" cy="80295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746566B-DEF8-4B78-8FAE-8351883779F3}"/>
              </a:ext>
            </a:extLst>
          </p:cNvPr>
          <p:cNvCxnSpPr/>
          <p:nvPr/>
        </p:nvCxnSpPr>
        <p:spPr>
          <a:xfrm>
            <a:off x="7284720" y="4618189"/>
            <a:ext cx="570344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1750724-8A8A-4255-9A51-FED671D1272B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Text 0"/>
          <p:cNvSpPr/>
          <p:nvPr/>
        </p:nvSpPr>
        <p:spPr>
          <a:xfrm>
            <a:off x="793790" y="1791772"/>
            <a:ext cx="60680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Архітектура програми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40712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Мова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655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C# з використанням WPF для UI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40712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Патерн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655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MVVM для розділення логіки і інтерфейсу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Компоненти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477470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Model: класи документів; ViewModel: логіка; View: XAML-інтерфейс</a:t>
            </a:r>
            <a:endParaRPr lang="en-US" sz="17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AA25CCE-35BC-4D8C-A66C-7353C60B4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298" y="811418"/>
            <a:ext cx="4969312" cy="66067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6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5111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Типи документів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393090" y="1922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Звіт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93090" y="250400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Назва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393090" y="294620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93090" y="338839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Дата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393090" y="383059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Відділ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393090" y="427279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Сторінки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104040" y="182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Лист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04040" y="240380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Тема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104040" y="2846007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Одержувач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104040" y="328820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Терміновість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311951" y="182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Презентація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11951" y="2403809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Тема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311951" y="2846007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Аудиторія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311951" y="328820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Кількість слайдів</a:t>
            </a:r>
            <a:endParaRPr lang="en-US" sz="17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8FD30A3-05BA-4C4B-9747-00652EA08E31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A67797A-70F7-4B3E-BFDD-D9C478456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90" y="4737583"/>
            <a:ext cx="12287250" cy="2676525"/>
          </a:xfrm>
          <a:prstGeom prst="rect">
            <a:avLst/>
          </a:prstGeom>
          <a:ln>
            <a:solidFill>
              <a:schemeClr val="dk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35134" y="945601"/>
            <a:ext cx="67601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Збереження та шаблони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744853" y="229754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255036" y="2297549"/>
            <a:ext cx="29832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Формати збереження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255036" y="2787968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Підтримка JSON та XML для даних.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085014" y="3377684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95197" y="3377684"/>
            <a:ext cx="30872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Збереження шаблонів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5197" y="3868103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Шаблони можна зберігати та завантажувати.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5295" y="4457819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5478" y="4457819"/>
            <a:ext cx="3546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Автоматичне заповнення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35478" y="4948238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Дані шаблону легко трансформуються у нові документи.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765576" y="5537954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758" y="5537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Редагування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275758" y="6028373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Правки шаблонів безпосередньо перед створенням документа.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938C71C-98CC-4B03-898C-B449A908B9E8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E56A054-E8F7-462B-9B17-22AD388E7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03" y="2342264"/>
            <a:ext cx="6325078" cy="4231110"/>
          </a:xfrm>
          <a:prstGeom prst="rect">
            <a:avLst/>
          </a:prstGeom>
          <a:ln>
            <a:solidFill>
              <a:schemeClr val="dk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26051" y="241624"/>
            <a:ext cx="63782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Інтерфейс користувача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39009" y="14346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6125" y="15125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Гнучкий UI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6125" y="2002923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Інтерфейс завершується під тип документа.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9009" y="56282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uk-UA" dirty="0"/>
          </a:p>
        </p:txBody>
      </p:sp>
      <p:sp>
        <p:nvSpPr>
          <p:cNvPr id="8" name="Text 5"/>
          <p:cNvSpPr/>
          <p:nvPr/>
        </p:nvSpPr>
        <p:spPr>
          <a:xfrm>
            <a:off x="1376125" y="5706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Перевірка даних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76125" y="6196575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Обов’язкові поля проходять валідацію.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39009" y="31823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6125" y="32602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Функції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6125" y="375064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Створення, збереження,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завантаження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uk-UA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</a:t>
            </a:r>
            <a:r>
              <a:rPr lang="en-US" sz="17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чищення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даних.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22F660-66FD-4D37-9F09-F7FA9A7098DF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74BC6B-6020-4E5B-BB02-1E88BAAD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174" y="1274542"/>
            <a:ext cx="9620050" cy="6383743"/>
          </a:xfrm>
          <a:prstGeom prst="rect">
            <a:avLst/>
          </a:prstGeom>
          <a:ln>
            <a:solidFill>
              <a:srgbClr val="C8C9CF">
                <a:alpha val="74000"/>
              </a:srgb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86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Тестування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13861" y="2871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Документи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61968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Перевірка різнотипних документів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561034"/>
            <a:ext cx="3651885" cy="36518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8938" y="2860715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4791" y="2984659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81304" y="2871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Збереження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81304" y="3361968"/>
            <a:ext cx="43553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Коректність збереження у JSON та XML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561034"/>
            <a:ext cx="3651885" cy="365188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74368" y="2860715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30220" y="2984659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481304" y="4686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Шаблони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9481304" y="5176480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Завантаження та редагування шаблонів</a:t>
            </a:r>
            <a:endParaRPr lang="en-US" sz="1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561034"/>
            <a:ext cx="3651885" cy="365188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4368" y="5346144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30220" y="547008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2313861" y="46860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Валідація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93790" y="5176480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Контроль правильності введених даних</a:t>
            </a:r>
            <a:endParaRPr lang="en-US" sz="17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9258" y="2561034"/>
            <a:ext cx="3651885" cy="365188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88938" y="5346144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44791" y="5470088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93790" y="64680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Система працює стабільно без помилок.</a:t>
            </a:r>
            <a:endParaRPr lang="en-US" sz="17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6985B14-C754-45EA-AC62-1023C1DABF0F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128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Висновки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56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Розроблено систему управління документами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578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Впроваджено патерн «Прототип» для шаблонів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000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Створено гнучкий і зручний інтерфейс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01562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Плани на майбутнє: експорт у PDF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4578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Зберігання у базі даних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9000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Підтримка багатомовності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8273CC-1671-49F2-BBF3-A055D7746F99}"/>
              </a:ext>
            </a:extLst>
          </p:cNvPr>
          <p:cNvSpPr/>
          <p:nvPr/>
        </p:nvSpPr>
        <p:spPr>
          <a:xfrm>
            <a:off x="12470004" y="7486022"/>
            <a:ext cx="2069961" cy="6631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345</Words>
  <Application>Microsoft Office PowerPoint</Application>
  <PresentationFormat>Произвольный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Instrument Sans Medium</vt:lpstr>
      <vt:lpstr>Instrument Sans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 Горецький</cp:lastModifiedBy>
  <cp:revision>8</cp:revision>
  <dcterms:created xsi:type="dcterms:W3CDTF">2025-05-26T19:48:33Z</dcterms:created>
  <dcterms:modified xsi:type="dcterms:W3CDTF">2025-05-26T20:25:15Z</dcterms:modified>
</cp:coreProperties>
</file>